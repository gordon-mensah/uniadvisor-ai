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47472"/>
            <a:ext cx="2377440" cy="347472"/>
          </a:xfrm>
          <a:prstGeom prst="rect">
            <a:avLst/>
          </a:prstGeom>
          <a:solidFill>
            <a:srgbClr val="4F46E5">
              <a:alpha val="50000"/>
            </a:srgbClr>
          </a:solidFill>
          <a:ln w="1270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18CF8"/>
                </a:solidFill>
              </a:rPr>
              <a:t>DUNAÚJVÁROS EGYETEM  ·  2025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UniAdvisor AI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411480" y="25420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Student Advising Platform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Dunaújváros Egyetem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1480" y="3383280"/>
            <a:ext cx="32004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Presented by  John Jerry Gordon Mensah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822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 Scientist  ·  Generative AI Engineer  ·  Data Analyst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0D2A"/>
          </a:solidFill>
          <a:ln/>
        </p:spPr>
      </p:sp>
      <p:sp>
        <p:nvSpPr>
          <p:cNvPr id="15" name="Text 1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18CF8"/>
                </a:solidFill>
              </a:rPr>
              <a:t>AI  ·  Machine Learning  ·  RAG Pipeline  ·  Data Science  ·  React  ·  SQL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371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31520" y="2578608"/>
            <a:ext cx="20116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272491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Every student faces these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challenges daily — and the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university currently has no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AI solution to address them.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749040" y="274320"/>
            <a:ext cx="2468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49040" y="274320"/>
            <a:ext cx="64008" cy="2057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0" y="47548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28" y="5303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4754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Long Wait Times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86200" y="10515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Students wait days for advisor appointments to get simple answers about courses or deadlines.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274320"/>
            <a:ext cx="2468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74320"/>
            <a:ext cx="64008" cy="2057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2"/>
          <p:cNvSpPr/>
          <p:nvPr/>
        </p:nvSpPr>
        <p:spPr>
          <a:xfrm>
            <a:off x="6583680" y="47548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5303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05472" y="4754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Information Overload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37960" y="10515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Course catalogs, policy PDFs, and handbooks are scattered — impossible to navigate quickly.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749040" y="2606040"/>
            <a:ext cx="2468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749040" y="2606040"/>
            <a:ext cx="64008" cy="2057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17"/>
          <p:cNvSpPr/>
          <p:nvPr/>
        </p:nvSpPr>
        <p:spPr>
          <a:xfrm>
            <a:off x="3931920" y="280720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286207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53712" y="2807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Overloaded Advisors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886200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Academic staff are overwhelmed with repetitive questions, leaving little time for complex cases.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0" y="2606040"/>
            <a:ext cx="2468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0" y="2606040"/>
            <a:ext cx="64008" cy="2057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2"/>
          <p:cNvSpPr/>
          <p:nvPr/>
        </p:nvSpPr>
        <p:spPr>
          <a:xfrm>
            <a:off x="6583680" y="280720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86207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05472" y="2807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No Data Insights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537960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The university has no system to track which student questions repeat most — a missed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UniAdvisor AI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818CF8"/>
                </a:solidFill>
              </a:rPr>
              <a:t>A RAG-powered AI chatbot that gives every student instant, accurate answers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818CF8"/>
                </a:solidFill>
              </a:rPr>
              <a:t>from the university's own documents — 24/7, no waiting, no confusion.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4048" y="2359152"/>
            <a:ext cx="2651760" cy="24871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51460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578608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84048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Chatbot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18CF8"/>
                </a:solidFill>
              </a:rPr>
              <a:t>Students chat naturally and get accurate answers instantly — just like talking to a real advisor.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36976" y="2359152"/>
            <a:ext cx="2651760" cy="24871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24528" y="251460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578608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36976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University Knowledge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74136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18CF8"/>
                </a:solidFill>
              </a:rPr>
              <a:t>Trained on your actual course catalog, handbooks, and policies — not generic internet data.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9904" y="2359152"/>
            <a:ext cx="2651760" cy="24871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77456" y="251460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57860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9904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Analytics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27064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18CF8"/>
                </a:solidFill>
              </a:rPr>
              <a:t>A dashboard showing what students ask most, helping the university improve services.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RAG Pipeline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Retrieval-Augmented Generation (RAG) ensures every answer comes from verified university documents — not guesswork.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173736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737360"/>
            <a:ext cx="146304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87452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23744"/>
            <a:ext cx="685800" cy="685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3291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Asks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8800" y="3017520"/>
            <a:ext cx="201168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66544" y="173736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66544" y="1737360"/>
            <a:ext cx="1463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3"/>
          <p:cNvSpPr/>
          <p:nvPr/>
        </p:nvSpPr>
        <p:spPr>
          <a:xfrm>
            <a:off x="2523744" y="18745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252374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2523744"/>
            <a:ext cx="685800" cy="685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6544" y="3291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Search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547872" y="3017520"/>
            <a:ext cx="201168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7"/>
          <p:cNvSpPr/>
          <p:nvPr/>
        </p:nvSpPr>
        <p:spPr>
          <a:xfrm>
            <a:off x="3639312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785616" y="173736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85616" y="173736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Shape 20"/>
          <p:cNvSpPr/>
          <p:nvPr/>
        </p:nvSpPr>
        <p:spPr>
          <a:xfrm>
            <a:off x="4242816" y="187452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1"/>
          <p:cNvSpPr/>
          <p:nvPr/>
        </p:nvSpPr>
        <p:spPr>
          <a:xfrm>
            <a:off x="424281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2523744"/>
            <a:ext cx="685800" cy="6858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85616" y="3291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Base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266944" y="3017520"/>
            <a:ext cx="201168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4"/>
          <p:cNvSpPr/>
          <p:nvPr/>
        </p:nvSpPr>
        <p:spPr>
          <a:xfrm>
            <a:off x="5358384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5504688" y="173736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504688" y="1737360"/>
            <a:ext cx="146304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Shape 27"/>
          <p:cNvSpPr/>
          <p:nvPr/>
        </p:nvSpPr>
        <p:spPr>
          <a:xfrm>
            <a:off x="5961888" y="187452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28"/>
          <p:cNvSpPr/>
          <p:nvPr/>
        </p:nvSpPr>
        <p:spPr>
          <a:xfrm>
            <a:off x="596188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523744"/>
            <a:ext cx="685800" cy="6858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04688" y="3291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Generates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986016" y="3017520"/>
            <a:ext cx="201168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7" name="Text 31"/>
          <p:cNvSpPr/>
          <p:nvPr/>
        </p:nvSpPr>
        <p:spPr>
          <a:xfrm>
            <a:off x="7077456" y="288036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7223760" y="1737360"/>
            <a:ext cx="1463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223760" y="173736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Shape 34"/>
          <p:cNvSpPr/>
          <p:nvPr/>
        </p:nvSpPr>
        <p:spPr>
          <a:xfrm>
            <a:off x="7680960" y="18745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5"/>
          <p:cNvSpPr/>
          <p:nvPr/>
        </p:nvSpPr>
        <p:spPr>
          <a:xfrm>
            <a:off x="7680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2523744"/>
            <a:ext cx="685800" cy="6858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223760" y="3291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Answer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Delivered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347472" y="4526280"/>
            <a:ext cx="8449056" cy="43891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5" name="Text 38"/>
          <p:cNvSpPr/>
          <p:nvPr/>
        </p:nvSpPr>
        <p:spPr>
          <a:xfrm>
            <a:off x="347472" y="4526280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</a:rPr>
              <a:t>University documents (PDFs, handbooks, course catalogs) are chunked → embedded into a vector database → retrieved on demand → fed into the LLM as context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AI Engineering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743200" cy="352044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89888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5389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444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ML Layer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574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201168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3.11+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5054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944" y="24597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LangChain (RAG pipeline)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95351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29077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 API / OpenAI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40156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335584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Pinecone / ChromaDB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849624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380390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scikit-learn, XGBoost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29768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" y="42519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Sentence Transformers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3218688" y="1389888"/>
            <a:ext cx="2743200" cy="352044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3218688" y="1389888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1453896"/>
            <a:ext cx="347472" cy="34747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767328" y="1444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&amp; Data</a:t>
            </a:r>
            <a:endParaRPr lang="en-US" sz="12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205740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39312" y="201168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FastAPI (REST API)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2505456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639312" y="24597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+ pgvector</a:t>
            </a:r>
            <a:endParaRPr lang="en-US" sz="11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280" y="2953512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3639312" y="29077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SQLAlchemy ORM</a:t>
            </a:r>
            <a:endParaRPr lang="en-US" sz="11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3280" y="3401568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3639312" y="335584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PDF/DOCX parsing</a:t>
            </a:r>
            <a:endParaRPr lang="en-US" sz="11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3280" y="3849624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3639312" y="380390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Pandas &amp; NumPy</a:t>
            </a:r>
            <a:endParaRPr lang="en-US" sz="11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3280" y="4297680"/>
            <a:ext cx="201168" cy="20116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3639312" y="42519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+ Railway deploy</a:t>
            </a:r>
            <a:endParaRPr lang="en-US" sz="1100" dirty="0"/>
          </a:p>
        </p:txBody>
      </p:sp>
      <p:sp>
        <p:nvSpPr>
          <p:cNvPr id="37" name="Shape 21"/>
          <p:cNvSpPr/>
          <p:nvPr/>
        </p:nvSpPr>
        <p:spPr>
          <a:xfrm>
            <a:off x="6163056" y="1389888"/>
            <a:ext cx="2743200" cy="3520440"/>
          </a:xfrm>
          <a:prstGeom prst="rect">
            <a:avLst/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22"/>
          <p:cNvSpPr/>
          <p:nvPr/>
        </p:nvSpPr>
        <p:spPr>
          <a:xfrm>
            <a:off x="6163056" y="1389888"/>
            <a:ext cx="2743200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0216" y="1453896"/>
            <a:ext cx="347472" cy="347472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6711696" y="1444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&amp; Analysis</a:t>
            </a:r>
            <a:endParaRPr lang="en-US" sz="120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2057400"/>
            <a:ext cx="201168" cy="201168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6583680" y="201168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+ TypeScript</a:t>
            </a:r>
            <a:endParaRPr lang="en-US" sz="1100" dirty="0"/>
          </a:p>
        </p:txBody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2505456"/>
            <a:ext cx="201168" cy="201168"/>
          </a:xfrm>
          <a:prstGeom prst="rect">
            <a:avLst/>
          </a:prstGeom>
        </p:spPr>
      </p:pic>
      <p:sp>
        <p:nvSpPr>
          <p:cNvPr id="44" name="Text 25"/>
          <p:cNvSpPr/>
          <p:nvPr/>
        </p:nvSpPr>
        <p:spPr>
          <a:xfrm>
            <a:off x="6583680" y="24597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Tailwind CSS</a:t>
            </a:r>
            <a:endParaRPr lang="en-US" sz="1100" dirty="0"/>
          </a:p>
        </p:txBody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2953512"/>
            <a:ext cx="201168" cy="201168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6583680" y="29077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Recharts (dashboards)</a:t>
            </a:r>
            <a:endParaRPr lang="en-US" sz="1100" dirty="0"/>
          </a:p>
        </p:txBody>
      </p:sp>
      <p:pic>
        <p:nvPicPr>
          <p:cNvPr id="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7648" y="3401568"/>
            <a:ext cx="201168" cy="201168"/>
          </a:xfrm>
          <a:prstGeom prst="rect">
            <a:avLst/>
          </a:prstGeom>
        </p:spPr>
      </p:pic>
      <p:sp>
        <p:nvSpPr>
          <p:cNvPr id="48" name="Text 27"/>
          <p:cNvSpPr/>
          <p:nvPr/>
        </p:nvSpPr>
        <p:spPr>
          <a:xfrm>
            <a:off x="6583680" y="335584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SQL (complex queries)</a:t>
            </a:r>
            <a:endParaRPr lang="en-US" sz="1100" dirty="0"/>
          </a:p>
        </p:txBody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7648" y="3849624"/>
            <a:ext cx="201168" cy="201168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6583680" y="380390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Streamlit (admin view)</a:t>
            </a:r>
            <a:endParaRPr lang="en-US" sz="1100" dirty="0"/>
          </a:p>
        </p:txBody>
      </p:sp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7648" y="4297680"/>
            <a:ext cx="201168" cy="201168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6583680" y="425196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 + CI/CD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47548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3716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77240" y="2542032"/>
            <a:ext cx="17373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" y="2697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Everything built for</a:t>
            </a:r>
            <a:endParaRPr lang="en-US" sz="1150" dirty="0"/>
          </a:p>
          <a:p>
            <a:pPr algn="ctr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Dunaújváros Egyetem</a:t>
            </a:r>
            <a:endParaRPr lang="en-US" sz="1150" dirty="0"/>
          </a:p>
          <a:p>
            <a:pPr algn="ctr"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818CF8"/>
                </a:solidFill>
              </a:rPr>
              <a:t>students and staff.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66160" y="201168"/>
            <a:ext cx="257860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201168"/>
            <a:ext cx="54864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7"/>
          <p:cNvSpPr/>
          <p:nvPr/>
        </p:nvSpPr>
        <p:spPr>
          <a:xfrm>
            <a:off x="3712464" y="3840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4297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9392" y="3657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24/7 AI Chatbot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94176" y="82296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Students get instant answers any time — no appointments, no waiting rooms.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09360" y="201168"/>
            <a:ext cx="257860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201168"/>
            <a:ext cx="54864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2"/>
          <p:cNvSpPr/>
          <p:nvPr/>
        </p:nvSpPr>
        <p:spPr>
          <a:xfrm>
            <a:off x="6455664" y="3840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297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22592" y="3657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University-Grounded Answers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37376" y="82296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Every answer cites the exact university document it came from.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566160" y="1801368"/>
            <a:ext cx="257860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566160" y="1801368"/>
            <a:ext cx="54864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Shape 17"/>
          <p:cNvSpPr/>
          <p:nvPr/>
        </p:nvSpPr>
        <p:spPr>
          <a:xfrm>
            <a:off x="3712464" y="19842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02996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79392" y="19659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Admin Analytics Dashboard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94176" y="242316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Real-time insights on top student questions, trends, and peak usage times.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309360" y="1801368"/>
            <a:ext cx="257860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09360" y="1801368"/>
            <a:ext cx="54864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Shape 22"/>
          <p:cNvSpPr/>
          <p:nvPr/>
        </p:nvSpPr>
        <p:spPr>
          <a:xfrm>
            <a:off x="6455664" y="19842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029968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22592" y="19659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Personalised Responses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37376" y="242316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Knows the student's year, major, and prior questions for context-aware answers.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566160" y="3401568"/>
            <a:ext cx="257860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566160" y="3401568"/>
            <a:ext cx="54864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4" name="Shape 27"/>
          <p:cNvSpPr/>
          <p:nvPr/>
        </p:nvSpPr>
        <p:spPr>
          <a:xfrm>
            <a:off x="3712464" y="35844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3630168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279392" y="35661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Easy Document Updates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694176" y="402336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Admins upload new PDFs; the knowledge base auto-updates within minutes.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309360" y="3401568"/>
            <a:ext cx="2578608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309360" y="3401568"/>
            <a:ext cx="54864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0" name="Shape 32"/>
          <p:cNvSpPr/>
          <p:nvPr/>
        </p:nvSpPr>
        <p:spPr>
          <a:xfrm>
            <a:off x="6455664" y="35844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630168"/>
            <a:ext cx="347472" cy="34747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022592" y="35661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4B"/>
                </a:solidFill>
              </a:rPr>
              <a:t>Graduation Path Tracker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6437376" y="4023360"/>
            <a:ext cx="2359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Students can ask 'Am I on track to graduate?' and get a clear, personalised answer.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MEASURABLE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Dunaújváros Egyetem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Needs This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810512"/>
            <a:ext cx="1993392" cy="2176272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810512"/>
            <a:ext cx="1993392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993392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38912" y="29992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Reduction in repetitive advisor queries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810512"/>
            <a:ext cx="1993392" cy="217627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810512"/>
            <a:ext cx="1993392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1993392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587752" y="29992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Student access — no office hours required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810512"/>
            <a:ext cx="1993392" cy="217627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810512"/>
            <a:ext cx="1993392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1993392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3s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736592" y="29992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Average response time vs days of waiting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93992" y="1810512"/>
            <a:ext cx="1993392" cy="2176272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93992" y="1810512"/>
            <a:ext cx="1993392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1993392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885432" y="299923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Answers grounded in university documents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4160520"/>
            <a:ext cx="8449056" cy="749808"/>
          </a:xfrm>
          <a:prstGeom prst="rect">
            <a:avLst/>
          </a:prstGeom>
          <a:solidFill>
            <a:srgbClr val="4F46E5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8795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"This is not just a student project. It is a production-ready tool that Dunaújváros Egyetem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can deploy immediately to serve thousands of students."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Students See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clean, intuitive chat interface — works on any device.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5303520" cy="324612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5303520" cy="411480"/>
          </a:xfrm>
          <a:prstGeom prst="rect">
            <a:avLst/>
          </a:prstGeom>
          <a:solidFill>
            <a:srgbClr val="0F0D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007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🎓  UniAdvisor AI  ·  Dunaújváros Egyetem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85232" y="177393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31136"/>
            <a:ext cx="3474720" cy="621792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6771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Hi! I'm your AI advisor. How can I help you today?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2990088"/>
            <a:ext cx="379476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026664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What courses should I take next semester?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389120" cy="1005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657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Based on your profile (CS Year 2), I recommend: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MATH 301 – required for your major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CS 412 – Advanced Algorithms (core)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· CS 350 – elective — matches your interests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526280"/>
            <a:ext cx="5303520" cy="384048"/>
          </a:xfrm>
          <a:prstGeom prst="rect">
            <a:avLst/>
          </a:prstGeom>
          <a:solidFill>
            <a:srgbClr val="0F0D2A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5628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Ask about courses, deadlines, policies…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57800" y="4562856"/>
            <a:ext cx="274320" cy="2743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7132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</a:rPr>
              <a:t>Platform Features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984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55080" y="1261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Cites source documents</a:t>
            </a:r>
            <a:endParaRPr lang="en-US" sz="11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11096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55080" y="18745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Remembers student profile</a:t>
            </a:r>
            <a:endParaRPr lang="en-US" sz="11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52374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48716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Works on mobile &amp; desktop</a:t>
            </a:r>
            <a:endParaRPr lang="en-US" sz="11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13639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55080" y="3099816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Available in English &amp; Hungarian</a:t>
            </a:r>
            <a:endParaRPr lang="en-US" sz="11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7490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55080" y="3712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No login required for basic queries</a:t>
            </a:r>
            <a:endParaRPr lang="en-US" sz="11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436168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55080" y="43251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Admin can update docs in real-time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2743200" cy="27432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ABOUT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John Jerry Gordon Mensah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18CF8"/>
                </a:solidFill>
              </a:rPr>
              <a:t>Data Scientist  ·  Generative AI Engineer  ·  Data Analyst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572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828800"/>
            <a:ext cx="2743200" cy="3090672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828800"/>
            <a:ext cx="2743200" cy="475488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90195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Science &amp; ML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47802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" y="242316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Python (pandas, numpy)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07238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096" y="301752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scikit-learn &amp; XGBoost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66674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8096" y="361188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Statistical Analysis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261104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096" y="42062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Model Training &amp; Evaluation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273552" y="1828800"/>
            <a:ext cx="2743200" cy="3090672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273552" y="1828800"/>
            <a:ext cx="2743200" cy="47548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1901952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22192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Generative AI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247802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694176" y="242316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LangChain &amp; RAG Pipelines</a:t>
            </a:r>
            <a:endParaRPr lang="en-US" sz="10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56" y="3072384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94176" y="301752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Prompt Engineering</a:t>
            </a:r>
            <a:endParaRPr lang="en-US" sz="10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856" y="3666744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694176" y="361188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Vector Databases</a:t>
            </a:r>
            <a:endParaRPr lang="en-US" sz="10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9856" y="4261104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694176" y="42062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 API Integration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6199632" y="1828800"/>
            <a:ext cx="2743200" cy="3090672"/>
          </a:xfrm>
          <a:prstGeom prst="rect">
            <a:avLst/>
          </a:prstGeom>
          <a:solidFill>
            <a:srgbClr val="FFFFFF">
              <a:alpha val="93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6199632" y="1828800"/>
            <a:ext cx="2743200" cy="47548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1901952"/>
            <a:ext cx="329184" cy="32918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748272" y="1892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&amp; Development</a:t>
            </a:r>
            <a:endParaRPr lang="en-US" sz="11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2478024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620256" y="242316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SQL &amp; Database Design</a:t>
            </a:r>
            <a:endParaRPr lang="en-US" sz="105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5936" y="3072384"/>
            <a:ext cx="201168" cy="201168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6620256" y="301752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React Frontend</a:t>
            </a:r>
            <a:endParaRPr lang="en-US" sz="10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5936" y="3666744"/>
            <a:ext cx="201168" cy="20116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620256" y="361188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FastAPI Backend</a:t>
            </a:r>
            <a:endParaRPr lang="en-US" sz="10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5936" y="4261104"/>
            <a:ext cx="201168" cy="20116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620256" y="420624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Data Visualization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PROJECT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Prototype to 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 clear 4-phase plan to deliver a production-ready system within the internship period.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2578608"/>
            <a:ext cx="7827264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957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907792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907792"/>
            <a:ext cx="20116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980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Data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Weeks 1–2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03320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" y="36758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Collect all university PDFs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95928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4944" y="39684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Chunk &amp; embed documents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885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" y="42611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Set up vector database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81144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Build ingestion pipeline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017520" y="2395728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6"/>
          <p:cNvSpPr/>
          <p:nvPr/>
        </p:nvSpPr>
        <p:spPr>
          <a:xfrm>
            <a:off x="301752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542032" y="2907792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542032" y="2907792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19"/>
          <p:cNvSpPr/>
          <p:nvPr/>
        </p:nvSpPr>
        <p:spPr>
          <a:xfrm>
            <a:off x="2542032" y="2980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AI Backend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542032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Weeks 3–4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703320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889504" y="36758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Build RAG query pipeline</a:t>
            </a:r>
            <a:endParaRPr lang="en-US" sz="9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995928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889504" y="39684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FastAPI endpoints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4288536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89504" y="42611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LLM integration &amp; tuning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0" y="4581144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889504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Response quality testing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5212080" y="2395728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26"/>
          <p:cNvSpPr/>
          <p:nvPr/>
        </p:nvSpPr>
        <p:spPr>
          <a:xfrm>
            <a:off x="52120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736592" y="2907792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4736592" y="2907792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29"/>
          <p:cNvSpPr/>
          <p:nvPr/>
        </p:nvSpPr>
        <p:spPr>
          <a:xfrm>
            <a:off x="4736592" y="2980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Frontend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4736592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Weeks 5–6</a:t>
            </a:r>
            <a:endParaRPr lang="en-US" sz="9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703320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084064" y="36758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React chat interface</a:t>
            </a:r>
            <a:endParaRPr lang="en-US" sz="9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995928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84064" y="39684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Admin analytics dashboard</a:t>
            </a:r>
            <a:endParaRPr lang="en-US" sz="9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4288536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84064" y="42611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Student profile system</a:t>
            </a:r>
            <a:endParaRPr lang="en-US" sz="9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4581144"/>
            <a:ext cx="182880" cy="18288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084064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Mobile responsiveness</a:t>
            </a:r>
            <a:endParaRPr lang="en-US" sz="900" dirty="0"/>
          </a:p>
        </p:txBody>
      </p:sp>
      <p:sp>
        <p:nvSpPr>
          <p:cNvPr id="49" name="Shape 35"/>
          <p:cNvSpPr/>
          <p:nvPr/>
        </p:nvSpPr>
        <p:spPr>
          <a:xfrm>
            <a:off x="7406640" y="239572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36"/>
          <p:cNvSpPr/>
          <p:nvPr/>
        </p:nvSpPr>
        <p:spPr>
          <a:xfrm>
            <a:off x="740664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6931152" y="2907792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38"/>
          <p:cNvSpPr/>
          <p:nvPr/>
        </p:nvSpPr>
        <p:spPr>
          <a:xfrm>
            <a:off x="6931152" y="2907792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39"/>
          <p:cNvSpPr/>
          <p:nvPr/>
        </p:nvSpPr>
        <p:spPr>
          <a:xfrm>
            <a:off x="6931152" y="2980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Deploy &amp; Test</a:t>
            </a:r>
            <a:endParaRPr lang="en-US" sz="1200" dirty="0"/>
          </a:p>
        </p:txBody>
      </p:sp>
      <p:sp>
        <p:nvSpPr>
          <p:cNvPr id="54" name="Text 40"/>
          <p:cNvSpPr/>
          <p:nvPr/>
        </p:nvSpPr>
        <p:spPr>
          <a:xfrm>
            <a:off x="6931152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Weeks 7–8</a:t>
            </a:r>
            <a:endParaRPr lang="en-US" sz="9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0880" y="3703320"/>
            <a:ext cx="182880" cy="18288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278624" y="36758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Docker deployment</a:t>
            </a:r>
            <a:endParaRPr lang="en-US" sz="90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880" y="3995928"/>
            <a:ext cx="182880" cy="18288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278624" y="39684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User acceptance testing</a:t>
            </a:r>
            <a:endParaRPr lang="en-US" sz="90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0880" y="4288536"/>
            <a:ext cx="182880" cy="18288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7278624" y="426110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Staff training session</a:t>
            </a:r>
            <a:endParaRPr lang="en-US" sz="9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581144"/>
            <a:ext cx="182880" cy="182880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7278624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Handover &amp;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WHY CHOOSE ME?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Value I Bring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Dunaújváros Egyetem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783080"/>
            <a:ext cx="8449056" cy="713232"/>
          </a:xfrm>
          <a:prstGeom prst="rect">
            <a:avLst/>
          </a:prstGeom>
          <a:solidFill>
            <a:srgbClr val="FFFFFF">
              <a:alpha val="91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783080"/>
            <a:ext cx="54864" cy="7132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92808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9385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 Already Built This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148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18CF8"/>
                </a:solidFill>
              </a:rPr>
              <a:t>This presentation isn't just an idea — I've already built a working prototype of UniAdvisor AI, with a fully functional chat UI connected to a real AI model.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47472" y="2578608"/>
            <a:ext cx="8449056" cy="713232"/>
          </a:xfrm>
          <a:prstGeom prst="rect">
            <a:avLst/>
          </a:prstGeom>
          <a:solidFill>
            <a:srgbClr val="FFFFFF">
              <a:alpha val="91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" y="2578608"/>
            <a:ext cx="54864" cy="7132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688336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73405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Triple Skill Set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9443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18CF8"/>
                </a:solidFill>
              </a:rPr>
              <a:t>I bring Data Science, Generative AI Engineering, and Data Analysis — three roles in one intern. The university gets maximum value.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347472" y="3374136"/>
            <a:ext cx="8449056" cy="713232"/>
          </a:xfrm>
          <a:prstGeom prst="rect">
            <a:avLst/>
          </a:prstGeom>
          <a:solidFill>
            <a:srgbClr val="FFFFFF">
              <a:alpha val="91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7472" y="3374136"/>
            <a:ext cx="54864" cy="7132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3483864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52958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447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Built for YOUR University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51560" y="373989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18CF8"/>
                </a:solidFill>
              </a:rPr>
              <a:t>This project was designed specifically for Dunaújváros Egyetem's needs. Every feature maps directly to a real student or staff pain point here.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347472" y="4169664"/>
            <a:ext cx="8449056" cy="713232"/>
          </a:xfrm>
          <a:prstGeom prst="rect">
            <a:avLst/>
          </a:prstGeom>
          <a:solidFill>
            <a:srgbClr val="FFFFFF">
              <a:alpha val="91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47472" y="4169664"/>
            <a:ext cx="54864" cy="7132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4279392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32511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4242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Production-Ready Mindset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051560" y="45354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18CF8"/>
                </a:solidFill>
              </a:rPr>
              <a:t>I think beyond the project brief. I design for scalability, security, and maintainability — not just a demo that works once.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029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642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This Together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2926080" y="2606040"/>
            <a:ext cx="329184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76148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18CF8"/>
                </a:solidFill>
              </a:rPr>
              <a:t>UniAdvisor AI is ready to serve every student at Dunaújváros Egyetem.</a:t>
            </a:r>
            <a:endParaRPr lang="en-US" sz="13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18CF8"/>
                </a:solidFill>
              </a:rPr>
              <a:t>I am ready to build it — all I need is the opportunity.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286000" y="3611880"/>
            <a:ext cx="457200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0" y="3611880"/>
            <a:ext cx="457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2286000" y="3730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John Jerry Gordon Mensah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41330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18CF8"/>
                </a:solidFill>
              </a:rPr>
              <a:t>Data Scientist  ·  AI Engineer  ·  Data Analyst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86000" y="4453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Dunaújváros Egyetem  ·  2025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0D2A"/>
          </a:solidFill>
          <a:ln/>
        </p:spPr>
      </p:sp>
      <p:sp>
        <p:nvSpPr>
          <p:cNvPr id="15" name="Text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818CF8"/>
                </a:solidFill>
              </a:rPr>
              <a:t>Python  ·  LangChain  ·  RAG  ·  scikit-learn  ·  XGBoost  ·  React  ·  FastAPI  ·  SQL  ·  Docker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UniAdvisor AI – Internship Proposal</dc:title>
  <dc:subject>PptxGenJS Presentation</dc:subject>
  <dc:creator>John Jerry Gordon Mensah</dc:creator>
  <cp:lastModifiedBy>John Jerry Gordon Mensah</cp:lastModifiedBy>
  <cp:revision>1</cp:revision>
  <dcterms:created xsi:type="dcterms:W3CDTF">2026-03-02T19:00:58Z</dcterms:created>
  <dcterms:modified xsi:type="dcterms:W3CDTF">2026-03-02T19:00:58Z</dcterms:modified>
</cp:coreProperties>
</file>